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4859" autoAdjust="0"/>
    <p:restoredTop sz="94660"/>
  </p:normalViewPr>
  <p:slideViewPr>
    <p:cSldViewPr snapToGrid="0">
      <p:cViewPr varScale="1">
        <p:scale>
          <a:sx n="82" d="100"/>
          <a:sy n="82" d="100"/>
        </p:scale>
        <p:origin x="12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9731-502B-425B-8E65-97823995BD43}" type="datetimeFigureOut">
              <a:rPr kumimoji="1" lang="ja-JP" altLang="en-US" smtClean="0"/>
              <a:t>2022/7/27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3827-C55F-444E-B700-6F51DDED4E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2590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9731-502B-425B-8E65-97823995BD43}" type="datetimeFigureOut">
              <a:rPr kumimoji="1" lang="ja-JP" altLang="en-US" smtClean="0"/>
              <a:t>2022/7/27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3827-C55F-444E-B700-6F51DDED4E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400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9731-502B-425B-8E65-97823995BD43}" type="datetimeFigureOut">
              <a:rPr kumimoji="1" lang="ja-JP" altLang="en-US" smtClean="0"/>
              <a:t>2022/7/27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3827-C55F-444E-B700-6F51DDED4E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4098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9731-502B-425B-8E65-97823995BD43}" type="datetimeFigureOut">
              <a:rPr kumimoji="1" lang="ja-JP" altLang="en-US" smtClean="0"/>
              <a:t>2022/7/27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3827-C55F-444E-B700-6F51DDED4E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8435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9731-502B-425B-8E65-97823995BD43}" type="datetimeFigureOut">
              <a:rPr kumimoji="1" lang="ja-JP" altLang="en-US" smtClean="0"/>
              <a:t>2022/7/27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3827-C55F-444E-B700-6F51DDED4E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2271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9731-502B-425B-8E65-97823995BD43}" type="datetimeFigureOut">
              <a:rPr kumimoji="1" lang="ja-JP" altLang="en-US" smtClean="0"/>
              <a:t>2022/7/27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3827-C55F-444E-B700-6F51DDED4E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9114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9731-502B-425B-8E65-97823995BD43}" type="datetimeFigureOut">
              <a:rPr kumimoji="1" lang="ja-JP" altLang="en-US" smtClean="0"/>
              <a:t>2022/7/27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3827-C55F-444E-B700-6F51DDED4E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3802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9731-502B-425B-8E65-97823995BD43}" type="datetimeFigureOut">
              <a:rPr kumimoji="1" lang="ja-JP" altLang="en-US" smtClean="0"/>
              <a:t>2022/7/27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3827-C55F-444E-B700-6F51DDED4E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8693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9731-502B-425B-8E65-97823995BD43}" type="datetimeFigureOut">
              <a:rPr kumimoji="1" lang="ja-JP" altLang="en-US" smtClean="0"/>
              <a:t>2022/7/27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3827-C55F-444E-B700-6F51DDED4E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314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9731-502B-425B-8E65-97823995BD43}" type="datetimeFigureOut">
              <a:rPr kumimoji="1" lang="ja-JP" altLang="en-US" smtClean="0"/>
              <a:t>2022/7/27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3827-C55F-444E-B700-6F51DDED4E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7406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9731-502B-425B-8E65-97823995BD43}" type="datetimeFigureOut">
              <a:rPr kumimoji="1" lang="ja-JP" altLang="en-US" smtClean="0"/>
              <a:t>2022/7/27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3827-C55F-444E-B700-6F51DDED4E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2280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F49731-502B-425B-8E65-97823995BD43}" type="datetimeFigureOut">
              <a:rPr kumimoji="1" lang="ja-JP" altLang="en-US" smtClean="0"/>
              <a:t>2022/7/27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6F3827-C55F-444E-B700-6F51DDED4E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8082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951BA436-E7C4-BC52-9168-82907677B9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1250" y="3638849"/>
            <a:ext cx="1980000" cy="19800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BE960295-B9F8-B233-09F1-302E1E173C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323" y="3638849"/>
            <a:ext cx="1980000" cy="1980000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95E6F11-72BD-4892-B534-7777CC09594F}"/>
              </a:ext>
            </a:extLst>
          </p:cNvPr>
          <p:cNvSpPr txBox="1"/>
          <p:nvPr/>
        </p:nvSpPr>
        <p:spPr>
          <a:xfrm flipH="1">
            <a:off x="3069770" y="4581331"/>
            <a:ext cx="27618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/>
              <a:t>動：目が変わる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D0C68D8-8BC7-49C3-A8D6-BDE280D59916}"/>
              </a:ext>
            </a:extLst>
          </p:cNvPr>
          <p:cNvSpPr txBox="1"/>
          <p:nvPr/>
        </p:nvSpPr>
        <p:spPr>
          <a:xfrm flipH="1">
            <a:off x="3069770" y="4128841"/>
            <a:ext cx="27618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/>
              <a:t>情</a:t>
            </a:r>
            <a:r>
              <a:rPr kumimoji="1" lang="ja-JP" altLang="en-US" sz="2800" dirty="0"/>
              <a:t>：目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20017F6-E3BD-447D-A6F9-311599B71838}"/>
              </a:ext>
            </a:extLst>
          </p:cNvPr>
          <p:cNvSpPr txBox="1"/>
          <p:nvPr/>
        </p:nvSpPr>
        <p:spPr>
          <a:xfrm flipH="1">
            <a:off x="8321250" y="4581331"/>
            <a:ext cx="27618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/>
              <a:t>動：目が変わる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8D3A9E0-6839-4057-862B-97B68D00C45A}"/>
              </a:ext>
            </a:extLst>
          </p:cNvPr>
          <p:cNvSpPr txBox="1"/>
          <p:nvPr/>
        </p:nvSpPr>
        <p:spPr>
          <a:xfrm flipH="1">
            <a:off x="8321250" y="4128841"/>
            <a:ext cx="27618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/>
              <a:t>情</a:t>
            </a:r>
            <a:r>
              <a:rPr kumimoji="1" lang="ja-JP" altLang="en-US" sz="2800" dirty="0"/>
              <a:t>：目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9D6D570-FDBA-4695-9BD1-09F9A0903B30}"/>
              </a:ext>
            </a:extLst>
          </p:cNvPr>
          <p:cNvSpPr txBox="1"/>
          <p:nvPr/>
        </p:nvSpPr>
        <p:spPr>
          <a:xfrm flipH="1">
            <a:off x="3158411" y="1446981"/>
            <a:ext cx="58751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/>
              <a:t>サイコロ全体の情：サイコロの一覧</a:t>
            </a:r>
            <a:endParaRPr kumimoji="1" lang="en-US" altLang="ja-JP" sz="2800" dirty="0"/>
          </a:p>
          <a:p>
            <a:r>
              <a:rPr kumimoji="1" lang="ja-JP" altLang="en-US" sz="2800" dirty="0"/>
              <a:t>サイコロ全体の動：丁半を判定する</a:t>
            </a:r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9FCCF45B-2FEE-447D-9422-2C5F68BF8862}"/>
              </a:ext>
            </a:extLst>
          </p:cNvPr>
          <p:cNvSpPr/>
          <p:nvPr/>
        </p:nvSpPr>
        <p:spPr>
          <a:xfrm>
            <a:off x="205274" y="867746"/>
            <a:ext cx="11513976" cy="5924939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D211ED8-D2BC-4992-ABCF-930448F3F74A}"/>
              </a:ext>
            </a:extLst>
          </p:cNvPr>
          <p:cNvSpPr txBox="1"/>
          <p:nvPr/>
        </p:nvSpPr>
        <p:spPr>
          <a:xfrm flipH="1">
            <a:off x="993594" y="3219151"/>
            <a:ext cx="41523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solidFill>
                  <a:schemeClr val="accent1"/>
                </a:solidFill>
              </a:rPr>
              <a:t>オブジェクト</a:t>
            </a:r>
            <a:r>
              <a:rPr kumimoji="1" lang="en-US" altLang="ja-JP" sz="2800" dirty="0">
                <a:solidFill>
                  <a:schemeClr val="accent1"/>
                </a:solidFill>
              </a:rPr>
              <a:t>(</a:t>
            </a:r>
            <a:r>
              <a:rPr kumimoji="1" lang="ja-JP" altLang="en-US" sz="2800" dirty="0">
                <a:solidFill>
                  <a:schemeClr val="accent1"/>
                </a:solidFill>
              </a:rPr>
              <a:t>インスタンス</a:t>
            </a:r>
            <a:r>
              <a:rPr kumimoji="1" lang="en-US" altLang="ja-JP" sz="2800" dirty="0">
                <a:solidFill>
                  <a:schemeClr val="accent1"/>
                </a:solidFill>
              </a:rPr>
              <a:t>)</a:t>
            </a:r>
            <a:endParaRPr kumimoji="1" lang="ja-JP" altLang="en-US" sz="2800" dirty="0">
              <a:solidFill>
                <a:schemeClr val="accent1"/>
              </a:solidFill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5DFE3F4-87CF-4593-8D88-182B7AC1E50E}"/>
              </a:ext>
            </a:extLst>
          </p:cNvPr>
          <p:cNvSpPr txBox="1"/>
          <p:nvPr/>
        </p:nvSpPr>
        <p:spPr>
          <a:xfrm flipH="1">
            <a:off x="6158995" y="3191249"/>
            <a:ext cx="41523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solidFill>
                  <a:schemeClr val="accent1"/>
                </a:solidFill>
              </a:rPr>
              <a:t>オブジェクト</a:t>
            </a:r>
            <a:r>
              <a:rPr kumimoji="1" lang="en-US" altLang="ja-JP" sz="2800" dirty="0">
                <a:solidFill>
                  <a:schemeClr val="accent1"/>
                </a:solidFill>
              </a:rPr>
              <a:t>(</a:t>
            </a:r>
            <a:r>
              <a:rPr kumimoji="1" lang="ja-JP" altLang="en-US" sz="2800" dirty="0">
                <a:solidFill>
                  <a:schemeClr val="accent1"/>
                </a:solidFill>
              </a:rPr>
              <a:t>インスタンス</a:t>
            </a:r>
            <a:r>
              <a:rPr kumimoji="1" lang="en-US" altLang="ja-JP" sz="2800" dirty="0">
                <a:solidFill>
                  <a:schemeClr val="accent1"/>
                </a:solidFill>
              </a:rPr>
              <a:t>)</a:t>
            </a:r>
            <a:endParaRPr kumimoji="1" lang="ja-JP" altLang="en-US" sz="2800" dirty="0">
              <a:solidFill>
                <a:schemeClr val="accent1"/>
              </a:solidFill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0A29223-A779-4AA8-A0C7-EC5586385A5B}"/>
              </a:ext>
            </a:extLst>
          </p:cNvPr>
          <p:cNvSpPr txBox="1"/>
          <p:nvPr/>
        </p:nvSpPr>
        <p:spPr>
          <a:xfrm flipH="1">
            <a:off x="5549829" y="958404"/>
            <a:ext cx="41523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solidFill>
                  <a:schemeClr val="accent1"/>
                </a:solidFill>
              </a:rPr>
              <a:t>クラス</a:t>
            </a:r>
            <a:endParaRPr kumimoji="1" lang="ja-JP" altLang="en-US" sz="2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5760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951BA436-E7C4-BC52-9168-82907677B9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3765" y="3429000"/>
            <a:ext cx="1980000" cy="19800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BE960295-B9F8-B233-09F1-302E1E173C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1728" y="466440"/>
            <a:ext cx="1980000" cy="1980000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AD65C3E3-A1BD-404E-8336-73CF8A96EF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509" y="2234383"/>
            <a:ext cx="1980000" cy="1990879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AB061824-95BA-4BB2-93E1-35AF052BFD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19" y="4413620"/>
            <a:ext cx="1980000" cy="199076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50110CB6-026B-431C-8DB2-41897BCF71A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0637" y="3662835"/>
            <a:ext cx="1980000" cy="20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196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/>
          <p:cNvGrpSpPr/>
          <p:nvPr/>
        </p:nvGrpSpPr>
        <p:grpSpPr>
          <a:xfrm>
            <a:off x="202038" y="1074596"/>
            <a:ext cx="2670239" cy="2888801"/>
            <a:chOff x="232666" y="1278116"/>
            <a:chExt cx="2670239" cy="2888801"/>
          </a:xfrm>
        </p:grpSpPr>
        <p:pic>
          <p:nvPicPr>
            <p:cNvPr id="2" name="図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2666" y="1278116"/>
              <a:ext cx="2670239" cy="2888801"/>
            </a:xfrm>
            <a:prstGeom prst="rect">
              <a:avLst/>
            </a:prstGeom>
          </p:spPr>
        </p:pic>
        <p:sp>
          <p:nvSpPr>
            <p:cNvPr id="5" name="テキスト ボックス 4"/>
            <p:cNvSpPr txBox="1"/>
            <p:nvPr/>
          </p:nvSpPr>
          <p:spPr>
            <a:xfrm>
              <a:off x="933254" y="2281289"/>
              <a:ext cx="12690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Java</a:t>
              </a:r>
              <a:r>
                <a:rPr kumimoji="1" lang="ja-JP" altLang="en-US" dirty="0"/>
                <a:t>の基礎</a:t>
              </a:r>
            </a:p>
          </p:txBody>
        </p:sp>
        <p:sp>
          <p:nvSpPr>
            <p:cNvPr id="6" name="テキスト ボックス 5"/>
            <p:cNvSpPr txBox="1"/>
            <p:nvPr/>
          </p:nvSpPr>
          <p:spPr>
            <a:xfrm>
              <a:off x="565609" y="1656739"/>
              <a:ext cx="6543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dirty="0"/>
                <a:t>P001</a:t>
              </a:r>
              <a:endParaRPr kumimoji="1" lang="ja-JP" altLang="en-US" dirty="0"/>
            </a:p>
          </p:txBody>
        </p:sp>
        <p:sp>
          <p:nvSpPr>
            <p:cNvPr id="7" name="テキスト ボックス 6"/>
            <p:cNvSpPr txBox="1"/>
            <p:nvPr/>
          </p:nvSpPr>
          <p:spPr>
            <a:xfrm>
              <a:off x="1731677" y="3275171"/>
              <a:ext cx="9412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dirty="0"/>
                <a:t>1,800</a:t>
              </a:r>
              <a:r>
                <a:rPr lang="ja-JP" altLang="en-US" dirty="0"/>
                <a:t>円</a:t>
              </a:r>
              <a:endParaRPr kumimoji="1" lang="ja-JP" altLang="en-US" dirty="0"/>
            </a:p>
          </p:txBody>
        </p:sp>
      </p:grpSp>
      <p:grpSp>
        <p:nvGrpSpPr>
          <p:cNvPr id="9" name="グループ化 8"/>
          <p:cNvGrpSpPr/>
          <p:nvPr/>
        </p:nvGrpSpPr>
        <p:grpSpPr>
          <a:xfrm>
            <a:off x="2681287" y="2092691"/>
            <a:ext cx="2670239" cy="2888801"/>
            <a:chOff x="232666" y="1278116"/>
            <a:chExt cx="2670239" cy="2888801"/>
          </a:xfrm>
        </p:grpSpPr>
        <p:pic>
          <p:nvPicPr>
            <p:cNvPr id="10" name="図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2666" y="1278116"/>
              <a:ext cx="2670239" cy="2888801"/>
            </a:xfrm>
            <a:prstGeom prst="rect">
              <a:avLst/>
            </a:prstGeom>
          </p:spPr>
        </p:pic>
        <p:sp>
          <p:nvSpPr>
            <p:cNvPr id="11" name="テキスト ボックス 10"/>
            <p:cNvSpPr txBox="1"/>
            <p:nvPr/>
          </p:nvSpPr>
          <p:spPr>
            <a:xfrm>
              <a:off x="615607" y="2257076"/>
              <a:ext cx="224426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dirty="0"/>
                <a:t>HTML/</a:t>
              </a:r>
              <a:r>
                <a:rPr lang="en-US" altLang="ja-JP" dirty="0" err="1"/>
                <a:t>CSS&amp;JavaScript</a:t>
              </a:r>
              <a:endParaRPr lang="en-US" altLang="ja-JP" dirty="0"/>
            </a:p>
            <a:p>
              <a:r>
                <a:rPr kumimoji="1" lang="ja-JP" altLang="en-US" dirty="0"/>
                <a:t>のきほんの</a:t>
              </a:r>
              <a:r>
                <a:rPr kumimoji="1" lang="ja-JP" altLang="en-US" dirty="0" err="1"/>
                <a:t>きほん</a:t>
              </a:r>
              <a:endParaRPr kumimoji="1" lang="ja-JP" altLang="en-US" dirty="0"/>
            </a:p>
          </p:txBody>
        </p:sp>
        <p:sp>
          <p:nvSpPr>
            <p:cNvPr id="12" name="テキスト ボックス 11"/>
            <p:cNvSpPr txBox="1"/>
            <p:nvPr/>
          </p:nvSpPr>
          <p:spPr>
            <a:xfrm>
              <a:off x="565609" y="1656739"/>
              <a:ext cx="6543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dirty="0"/>
                <a:t>P002</a:t>
              </a:r>
              <a:endParaRPr kumimoji="1" lang="ja-JP" altLang="en-US" dirty="0"/>
            </a:p>
          </p:txBody>
        </p:sp>
        <p:sp>
          <p:nvSpPr>
            <p:cNvPr id="13" name="テキスト ボックス 12"/>
            <p:cNvSpPr txBox="1"/>
            <p:nvPr/>
          </p:nvSpPr>
          <p:spPr>
            <a:xfrm>
              <a:off x="1731677" y="3275171"/>
              <a:ext cx="9412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dirty="0"/>
                <a:t>2,860</a:t>
              </a:r>
              <a:r>
                <a:rPr lang="ja-JP" altLang="en-US" dirty="0"/>
                <a:t>円</a:t>
              </a:r>
              <a:endParaRPr kumimoji="1" lang="ja-JP" altLang="en-US" dirty="0"/>
            </a:p>
          </p:txBody>
        </p:sp>
      </p:grpSp>
      <p:grpSp>
        <p:nvGrpSpPr>
          <p:cNvPr id="14" name="グループ化 13"/>
          <p:cNvGrpSpPr/>
          <p:nvPr/>
        </p:nvGrpSpPr>
        <p:grpSpPr>
          <a:xfrm>
            <a:off x="534981" y="3765679"/>
            <a:ext cx="2670239" cy="2888801"/>
            <a:chOff x="232666" y="1278116"/>
            <a:chExt cx="2670239" cy="2888801"/>
          </a:xfrm>
        </p:grpSpPr>
        <p:pic>
          <p:nvPicPr>
            <p:cNvPr id="15" name="図 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2666" y="1278116"/>
              <a:ext cx="2670239" cy="2888801"/>
            </a:xfrm>
            <a:prstGeom prst="rect">
              <a:avLst/>
            </a:prstGeom>
          </p:spPr>
        </p:pic>
        <p:sp>
          <p:nvSpPr>
            <p:cNvPr id="16" name="テキスト ボックス 15"/>
            <p:cNvSpPr txBox="1"/>
            <p:nvPr/>
          </p:nvSpPr>
          <p:spPr>
            <a:xfrm>
              <a:off x="522131" y="2309263"/>
              <a:ext cx="20441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/>
                <a:t>コンピュータ</a:t>
              </a:r>
              <a:r>
                <a:rPr kumimoji="1" lang="ja-JP" altLang="en-US" dirty="0"/>
                <a:t>の基礎</a:t>
              </a:r>
            </a:p>
          </p:txBody>
        </p:sp>
        <p:sp>
          <p:nvSpPr>
            <p:cNvPr id="17" name="テキスト ボックス 16"/>
            <p:cNvSpPr txBox="1"/>
            <p:nvPr/>
          </p:nvSpPr>
          <p:spPr>
            <a:xfrm>
              <a:off x="565609" y="1656739"/>
              <a:ext cx="6543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dirty="0"/>
                <a:t>P003</a:t>
              </a:r>
              <a:endParaRPr kumimoji="1" lang="ja-JP" altLang="en-US" dirty="0"/>
            </a:p>
          </p:txBody>
        </p:sp>
        <p:sp>
          <p:nvSpPr>
            <p:cNvPr id="18" name="テキスト ボックス 17"/>
            <p:cNvSpPr txBox="1"/>
            <p:nvPr/>
          </p:nvSpPr>
          <p:spPr>
            <a:xfrm>
              <a:off x="1731677" y="3275171"/>
              <a:ext cx="9412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dirty="0"/>
                <a:t>1,550</a:t>
              </a:r>
              <a:r>
                <a:rPr lang="ja-JP" altLang="en-US" dirty="0"/>
                <a:t>円</a:t>
              </a:r>
              <a:endParaRPr kumimoji="1" lang="ja-JP" altLang="en-US" dirty="0"/>
            </a:p>
          </p:txBody>
        </p:sp>
      </p:grpSp>
      <p:grpSp>
        <p:nvGrpSpPr>
          <p:cNvPr id="24" name="グループ化 23"/>
          <p:cNvGrpSpPr/>
          <p:nvPr/>
        </p:nvGrpSpPr>
        <p:grpSpPr>
          <a:xfrm>
            <a:off x="6902249" y="40933"/>
            <a:ext cx="1918307" cy="2818567"/>
            <a:chOff x="6421222" y="-25349"/>
            <a:chExt cx="1918307" cy="2818567"/>
          </a:xfrm>
        </p:grpSpPr>
        <p:pic>
          <p:nvPicPr>
            <p:cNvPr id="19" name="図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21222" y="-25349"/>
              <a:ext cx="1313012" cy="2818567"/>
            </a:xfrm>
            <a:prstGeom prst="rect">
              <a:avLst/>
            </a:prstGeom>
          </p:spPr>
        </p:pic>
        <p:sp>
          <p:nvSpPr>
            <p:cNvPr id="20" name="テキスト ボックス 19"/>
            <p:cNvSpPr txBox="1"/>
            <p:nvPr/>
          </p:nvSpPr>
          <p:spPr>
            <a:xfrm>
              <a:off x="7409466" y="452487"/>
              <a:ext cx="7970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USR01</a:t>
              </a:r>
              <a:endParaRPr kumimoji="1" lang="ja-JP" altLang="en-US" dirty="0"/>
            </a:p>
          </p:txBody>
        </p:sp>
        <p:sp>
          <p:nvSpPr>
            <p:cNvPr id="21" name="テキスト ボックス 20"/>
            <p:cNvSpPr txBox="1"/>
            <p:nvPr/>
          </p:nvSpPr>
          <p:spPr>
            <a:xfrm>
              <a:off x="7409466" y="908784"/>
              <a:ext cx="9300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/>
                <a:t>相沢 仁</a:t>
              </a:r>
              <a:endParaRPr kumimoji="1" lang="ja-JP" altLang="en-US" dirty="0"/>
            </a:p>
          </p:txBody>
        </p:sp>
        <p:sp>
          <p:nvSpPr>
            <p:cNvPr id="22" name="テキスト ボックス 21"/>
            <p:cNvSpPr txBox="1"/>
            <p:nvPr/>
          </p:nvSpPr>
          <p:spPr>
            <a:xfrm>
              <a:off x="7409466" y="1365081"/>
              <a:ext cx="649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dirty="0"/>
                <a:t>21</a:t>
              </a:r>
              <a:r>
                <a:rPr lang="ja-JP" altLang="en-US" dirty="0"/>
                <a:t>歳</a:t>
              </a:r>
              <a:endParaRPr kumimoji="1" lang="ja-JP" altLang="en-US" dirty="0"/>
            </a:p>
          </p:txBody>
        </p:sp>
      </p:grpSp>
      <p:grpSp>
        <p:nvGrpSpPr>
          <p:cNvPr id="25" name="グループ化 24"/>
          <p:cNvGrpSpPr/>
          <p:nvPr/>
        </p:nvGrpSpPr>
        <p:grpSpPr>
          <a:xfrm>
            <a:off x="9673469" y="922044"/>
            <a:ext cx="2149139" cy="2818567"/>
            <a:chOff x="6421222" y="-25349"/>
            <a:chExt cx="2149139" cy="2818567"/>
          </a:xfrm>
        </p:grpSpPr>
        <p:pic>
          <p:nvPicPr>
            <p:cNvPr id="26" name="図 2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21222" y="-25349"/>
              <a:ext cx="1313012" cy="2818567"/>
            </a:xfrm>
            <a:prstGeom prst="rect">
              <a:avLst/>
            </a:prstGeom>
          </p:spPr>
        </p:pic>
        <p:sp>
          <p:nvSpPr>
            <p:cNvPr id="27" name="テキスト ボックス 26"/>
            <p:cNvSpPr txBox="1"/>
            <p:nvPr/>
          </p:nvSpPr>
          <p:spPr>
            <a:xfrm>
              <a:off x="7409466" y="452487"/>
              <a:ext cx="7970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USR02</a:t>
              </a:r>
              <a:endParaRPr kumimoji="1" lang="ja-JP" altLang="en-US" dirty="0"/>
            </a:p>
          </p:txBody>
        </p:sp>
        <p:sp>
          <p:nvSpPr>
            <p:cNvPr id="28" name="テキスト ボックス 27"/>
            <p:cNvSpPr txBox="1"/>
            <p:nvPr/>
          </p:nvSpPr>
          <p:spPr>
            <a:xfrm>
              <a:off x="7409466" y="908784"/>
              <a:ext cx="11608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/>
                <a:t>井上 修一</a:t>
              </a:r>
              <a:endParaRPr kumimoji="1" lang="ja-JP" altLang="en-US" dirty="0"/>
            </a:p>
          </p:txBody>
        </p:sp>
        <p:sp>
          <p:nvSpPr>
            <p:cNvPr id="29" name="テキスト ボックス 28"/>
            <p:cNvSpPr txBox="1"/>
            <p:nvPr/>
          </p:nvSpPr>
          <p:spPr>
            <a:xfrm>
              <a:off x="7409466" y="1365081"/>
              <a:ext cx="649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dirty="0"/>
                <a:t>28</a:t>
              </a:r>
              <a:r>
                <a:rPr lang="ja-JP" altLang="en-US" dirty="0"/>
                <a:t>歳</a:t>
              </a:r>
              <a:endParaRPr kumimoji="1" lang="ja-JP" altLang="en-US" dirty="0"/>
            </a:p>
          </p:txBody>
        </p:sp>
      </p:grpSp>
      <p:grpSp>
        <p:nvGrpSpPr>
          <p:cNvPr id="30" name="グループ化 29"/>
          <p:cNvGrpSpPr/>
          <p:nvPr/>
        </p:nvGrpSpPr>
        <p:grpSpPr>
          <a:xfrm>
            <a:off x="8655374" y="3591062"/>
            <a:ext cx="2149139" cy="2818567"/>
            <a:chOff x="6421222" y="-25349"/>
            <a:chExt cx="2149139" cy="2818567"/>
          </a:xfrm>
        </p:grpSpPr>
        <p:pic>
          <p:nvPicPr>
            <p:cNvPr id="31" name="図 3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21222" y="-25349"/>
              <a:ext cx="1313012" cy="2818567"/>
            </a:xfrm>
            <a:prstGeom prst="rect">
              <a:avLst/>
            </a:prstGeom>
          </p:spPr>
        </p:pic>
        <p:sp>
          <p:nvSpPr>
            <p:cNvPr id="32" name="テキスト ボックス 31"/>
            <p:cNvSpPr txBox="1"/>
            <p:nvPr/>
          </p:nvSpPr>
          <p:spPr>
            <a:xfrm>
              <a:off x="7409466" y="452487"/>
              <a:ext cx="7970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USR04</a:t>
              </a:r>
              <a:endParaRPr kumimoji="1" lang="ja-JP" altLang="en-US" dirty="0"/>
            </a:p>
          </p:txBody>
        </p:sp>
        <p:sp>
          <p:nvSpPr>
            <p:cNvPr id="33" name="テキスト ボックス 32"/>
            <p:cNvSpPr txBox="1"/>
            <p:nvPr/>
          </p:nvSpPr>
          <p:spPr>
            <a:xfrm>
              <a:off x="7409466" y="908784"/>
              <a:ext cx="11608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/>
                <a:t>榎本 和樹</a:t>
              </a:r>
              <a:endParaRPr kumimoji="1" lang="ja-JP" altLang="en-US" dirty="0"/>
            </a:p>
          </p:txBody>
        </p:sp>
        <p:sp>
          <p:nvSpPr>
            <p:cNvPr id="34" name="テキスト ボックス 33"/>
            <p:cNvSpPr txBox="1"/>
            <p:nvPr/>
          </p:nvSpPr>
          <p:spPr>
            <a:xfrm>
              <a:off x="7409466" y="1365081"/>
              <a:ext cx="649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dirty="0"/>
                <a:t>25</a:t>
              </a:r>
              <a:r>
                <a:rPr lang="ja-JP" altLang="en-US" dirty="0"/>
                <a:t>歳</a:t>
              </a:r>
              <a:endParaRPr kumimoji="1" lang="ja-JP" altLang="en-US" dirty="0"/>
            </a:p>
          </p:txBody>
        </p:sp>
      </p:grpSp>
      <p:grpSp>
        <p:nvGrpSpPr>
          <p:cNvPr id="35" name="グループ化 34"/>
          <p:cNvGrpSpPr/>
          <p:nvPr/>
        </p:nvGrpSpPr>
        <p:grpSpPr>
          <a:xfrm>
            <a:off x="6295366" y="2840646"/>
            <a:ext cx="2149139" cy="2818567"/>
            <a:chOff x="6421222" y="-25349"/>
            <a:chExt cx="2149139" cy="2818567"/>
          </a:xfrm>
        </p:grpSpPr>
        <p:pic>
          <p:nvPicPr>
            <p:cNvPr id="36" name="図 3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21222" y="-25349"/>
              <a:ext cx="1313012" cy="2818567"/>
            </a:xfrm>
            <a:prstGeom prst="rect">
              <a:avLst/>
            </a:prstGeom>
          </p:spPr>
        </p:pic>
        <p:sp>
          <p:nvSpPr>
            <p:cNvPr id="37" name="テキスト ボックス 36"/>
            <p:cNvSpPr txBox="1"/>
            <p:nvPr/>
          </p:nvSpPr>
          <p:spPr>
            <a:xfrm>
              <a:off x="7409466" y="452487"/>
              <a:ext cx="7970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USR03</a:t>
              </a:r>
              <a:endParaRPr kumimoji="1" lang="ja-JP" altLang="en-US" dirty="0"/>
            </a:p>
          </p:txBody>
        </p:sp>
        <p:sp>
          <p:nvSpPr>
            <p:cNvPr id="38" name="テキスト ボックス 37"/>
            <p:cNvSpPr txBox="1"/>
            <p:nvPr/>
          </p:nvSpPr>
          <p:spPr>
            <a:xfrm>
              <a:off x="7409466" y="908784"/>
              <a:ext cx="11608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/>
                <a:t>牛田 祐介</a:t>
              </a:r>
              <a:endParaRPr kumimoji="1" lang="ja-JP" altLang="en-US" dirty="0"/>
            </a:p>
          </p:txBody>
        </p:sp>
        <p:sp>
          <p:nvSpPr>
            <p:cNvPr id="39" name="テキスト ボックス 38"/>
            <p:cNvSpPr txBox="1"/>
            <p:nvPr/>
          </p:nvSpPr>
          <p:spPr>
            <a:xfrm>
              <a:off x="7409466" y="1365081"/>
              <a:ext cx="649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dirty="0"/>
                <a:t>32</a:t>
              </a:r>
              <a:r>
                <a:rPr lang="ja-JP" altLang="en-US" dirty="0"/>
                <a:t>歳</a:t>
              </a:r>
              <a:endParaRPr kumimoji="1" lang="ja-JP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53845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86</Words>
  <Application>Microsoft Office PowerPoint</Application>
  <PresentationFormat>ワイド画面</PresentationFormat>
  <Paragraphs>31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ＭＳ Ｐゴシック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yamada-family</dc:creator>
  <cp:lastModifiedBy>jc-21</cp:lastModifiedBy>
  <cp:revision>15</cp:revision>
  <dcterms:created xsi:type="dcterms:W3CDTF">2022-04-24T12:16:18Z</dcterms:created>
  <dcterms:modified xsi:type="dcterms:W3CDTF">2022-07-27T07:11:19Z</dcterms:modified>
</cp:coreProperties>
</file>